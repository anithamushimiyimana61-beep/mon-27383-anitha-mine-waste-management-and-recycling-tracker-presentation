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4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4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5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7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53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90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57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8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98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93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7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2932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98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680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67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45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0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AC7D3-4D47-4CCF-9DEC-CFDED18C98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8356E-1F45-4EAD-AD6D-335B19FC5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182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FA86-41F2-7FF0-860D-39E6C2E0E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897626"/>
            <a:ext cx="8825658" cy="1209984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PL/SQL Oracle Database Capstone Project.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79DA2-027D-BDAE-36D3-9A8A9A0E3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519947"/>
            <a:ext cx="8825658" cy="302864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NAMES:</a:t>
            </a:r>
            <a:r>
              <a:rPr lang="en-US" dirty="0">
                <a:solidFill>
                  <a:schemeClr val="bg1"/>
                </a:solidFill>
              </a:rPr>
              <a:t>ANITHA MUSHIMIYIMANA</a:t>
            </a:r>
          </a:p>
          <a:p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ID</a:t>
            </a:r>
            <a:r>
              <a:rPr lang="en-US" dirty="0">
                <a:solidFill>
                  <a:schemeClr val="bg1"/>
                </a:solidFill>
              </a:rPr>
              <a:t>:27383</a:t>
            </a:r>
          </a:p>
          <a:p>
            <a:r>
              <a:rPr lang="en-US" b="1" dirty="0">
                <a:solidFill>
                  <a:schemeClr val="bg1"/>
                </a:solidFill>
              </a:rPr>
              <a:t>Course:</a:t>
            </a:r>
            <a:r>
              <a:rPr lang="en-US" dirty="0">
                <a:solidFill>
                  <a:schemeClr val="bg1"/>
                </a:solidFill>
              </a:rPr>
              <a:t> Database Development with PL/SQL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42AF1-9E45-FCBE-3333-CA701E606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059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0F32-746C-D9B6-C338-F0A9947A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-356461"/>
            <a:ext cx="9692640" cy="2255003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PROJECT:Mine</a:t>
            </a: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Waste Management and Recycling Tracker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31A7B-8C65-365C-9DD9-775DCF13E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526025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34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1. Problem Definition</a:t>
            </a:r>
          </a:p>
          <a:p>
            <a:r>
              <a:rPr lang="en-US" dirty="0"/>
              <a:t>Mining operations generate large volumes of waste every day—such as tailings, rock waste, chemical residues, and metal-contaminated materials. Many mining companies still rely on manual records or spreadsheets to track this waste. This causes:</a:t>
            </a:r>
          </a:p>
          <a:p>
            <a:r>
              <a:rPr lang="en-US" dirty="0"/>
              <a:t>Inaccurate and incomplete waste data</a:t>
            </a:r>
          </a:p>
          <a:p>
            <a:r>
              <a:rPr lang="en-US" dirty="0"/>
              <a:t>Difficulty tracking recycled vs. disposed waste</a:t>
            </a:r>
          </a:p>
          <a:p>
            <a:r>
              <a:rPr lang="en-US" dirty="0"/>
              <a:t>Weak compliance reporting for environmental authorities</a:t>
            </a:r>
          </a:p>
          <a:p>
            <a:r>
              <a:rPr lang="en-US" dirty="0"/>
              <a:t>Lack of transparency in waste handling</a:t>
            </a:r>
          </a:p>
          <a:p>
            <a:r>
              <a:rPr lang="en-US" dirty="0"/>
              <a:t>Low recycling efficiency because no calculations or analysis are done</a:t>
            </a:r>
          </a:p>
          <a:p>
            <a:r>
              <a:rPr lang="en-US" dirty="0"/>
              <a:t>Because there is no digital, automated system, mine supervisors, environmental officers, and management struggle to monitor waste performance and make informed decisions.</a:t>
            </a:r>
          </a:p>
          <a:p>
            <a:r>
              <a:rPr lang="en-US" dirty="0"/>
              <a:t>There is a need for a centralized system that captures waste data, tracks recycling activities, calculates efficiency, and supports environmental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53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A4BC-B3A4-33B6-8C5C-408EBAF60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624" y="324665"/>
            <a:ext cx="10515600" cy="844243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2. Context &amp; 3. Target Users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2A442-E565-698C-F70A-61C3FA9AF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425" y="1039905"/>
            <a:ext cx="9905999" cy="6167719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2. Context</a:t>
            </a:r>
          </a:p>
          <a:p>
            <a:r>
              <a:rPr lang="en-US" sz="7200" dirty="0"/>
              <a:t>The system will be used in:</a:t>
            </a:r>
          </a:p>
          <a:p>
            <a:r>
              <a:rPr lang="en-US" sz="7200" dirty="0"/>
              <a:t>Mining companies operating in Rwanda and East Africa</a:t>
            </a:r>
          </a:p>
          <a:p>
            <a:r>
              <a:rPr lang="en-US" sz="7200" dirty="0"/>
              <a:t>Environmental compliance departments</a:t>
            </a:r>
          </a:p>
          <a:p>
            <a:r>
              <a:rPr lang="en-US" sz="7200" dirty="0"/>
              <a:t>Mine waste management units</a:t>
            </a:r>
          </a:p>
          <a:p>
            <a:r>
              <a:rPr lang="en-US" sz="7200" dirty="0"/>
              <a:t>Sustainability and recycling teams</a:t>
            </a:r>
          </a:p>
          <a:p>
            <a:r>
              <a:rPr lang="en-US" sz="7200" dirty="0"/>
              <a:t>The platform will support </a:t>
            </a:r>
            <a:r>
              <a:rPr lang="en-US" sz="7200" b="1" dirty="0"/>
              <a:t>daily waste recording, recycling logs, and efficiency analysis.</a:t>
            </a:r>
          </a:p>
          <a:p>
            <a:endParaRPr lang="en-US" sz="7200" dirty="0"/>
          </a:p>
          <a:p>
            <a:r>
              <a:rPr lang="en-US" sz="7200" b="1" dirty="0"/>
              <a:t> </a:t>
            </a:r>
            <a:r>
              <a:rPr lang="en-US" sz="96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3. Target Users</a:t>
            </a:r>
          </a:p>
          <a:p>
            <a:r>
              <a:rPr lang="en-US" sz="7200" b="1" dirty="0"/>
              <a:t>Mine Supervisors</a:t>
            </a:r>
            <a:r>
              <a:rPr lang="en-US" sz="7200" dirty="0"/>
              <a:t> – enter waste data daily</a:t>
            </a:r>
          </a:p>
          <a:p>
            <a:r>
              <a:rPr lang="en-US" sz="7200" b="1" dirty="0"/>
              <a:t>Environmental Officers</a:t>
            </a:r>
            <a:r>
              <a:rPr lang="en-US" sz="7200" dirty="0"/>
              <a:t> – monitor disposal methods</a:t>
            </a:r>
          </a:p>
          <a:p>
            <a:r>
              <a:rPr lang="en-US" sz="7200" b="1" dirty="0"/>
              <a:t>Recycling Plant Staff</a:t>
            </a:r>
            <a:r>
              <a:rPr lang="en-US" sz="7200" dirty="0"/>
              <a:t> – log recycled quantities</a:t>
            </a:r>
          </a:p>
          <a:p>
            <a:r>
              <a:rPr lang="en-US" sz="7200" b="1" dirty="0"/>
              <a:t>Mining Company Management</a:t>
            </a:r>
            <a:r>
              <a:rPr lang="en-US" sz="7200" dirty="0"/>
              <a:t> – review efficiency reports</a:t>
            </a:r>
          </a:p>
          <a:p>
            <a:r>
              <a:rPr lang="en-US" sz="7200" b="1" dirty="0"/>
              <a:t>Government/Inspection Agencies</a:t>
            </a:r>
            <a:r>
              <a:rPr lang="en-US" sz="7200" dirty="0"/>
              <a:t> – monitor compliance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4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74A56-49FF-2F8C-974B-DE9B9D057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550" y="770917"/>
            <a:ext cx="9905998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4. Project Goals</a:t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9FD6-1E8E-2C36-4E71-7FB47B09A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ARE:</a:t>
            </a:r>
          </a:p>
          <a:p>
            <a:r>
              <a:rPr lang="en-US" sz="2100" dirty="0"/>
              <a:t> Build a PL/SQL-driven database that:</a:t>
            </a:r>
          </a:p>
          <a:p>
            <a:r>
              <a:rPr lang="en-US" sz="2100" dirty="0"/>
              <a:t>Records all waste generated by mining operations</a:t>
            </a:r>
          </a:p>
          <a:p>
            <a:r>
              <a:rPr lang="en-US" sz="2100" dirty="0"/>
              <a:t>Tracks how much waste is recycled per mine</a:t>
            </a:r>
          </a:p>
          <a:p>
            <a:r>
              <a:rPr lang="en-US" sz="2100" dirty="0"/>
              <a:t>Evaluates recycling efficiency</a:t>
            </a:r>
          </a:p>
          <a:p>
            <a:r>
              <a:rPr lang="en-US" sz="2100" dirty="0"/>
              <a:t>Provides analytics for decision-making</a:t>
            </a:r>
          </a:p>
          <a:p>
            <a:r>
              <a:rPr lang="en-US" sz="2100" dirty="0"/>
              <a:t>Improves compliance with environmental policies</a:t>
            </a:r>
          </a:p>
          <a:p>
            <a:r>
              <a:rPr lang="en-US" sz="2100" dirty="0"/>
              <a:t>Reduces pollution through data-driven recommendations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728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C020-13EC-1229-DB85-E5BED3956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5. Business Intelligence (BI) Potential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B110A-9AFA-5539-C2B4-ABAC7B829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7200" dirty="0"/>
              <a:t>The system can generate dashboards for:</a:t>
            </a:r>
          </a:p>
          <a:p>
            <a:r>
              <a:rPr lang="en-US" sz="7200" b="1" dirty="0"/>
              <a:t>Recycling efficiency per mine</a:t>
            </a:r>
            <a:endParaRPr lang="en-US" sz="7200" dirty="0"/>
          </a:p>
          <a:p>
            <a:r>
              <a:rPr lang="en-US" sz="7200" b="1" dirty="0"/>
              <a:t>Waste categories that cause the most harm</a:t>
            </a:r>
            <a:endParaRPr lang="en-US" sz="7200" dirty="0"/>
          </a:p>
          <a:p>
            <a:r>
              <a:rPr lang="en-US" sz="7200" b="1" dirty="0"/>
              <a:t>Monthly waste production trends</a:t>
            </a:r>
            <a:endParaRPr lang="en-US" sz="7200" dirty="0"/>
          </a:p>
          <a:p>
            <a:r>
              <a:rPr lang="en-US" sz="7200" b="1" dirty="0"/>
              <a:t>Landfill vs. recycled waste ratios</a:t>
            </a:r>
            <a:endParaRPr lang="en-US" sz="7200" dirty="0"/>
          </a:p>
          <a:p>
            <a:r>
              <a:rPr lang="en-US" sz="7200" b="1" dirty="0"/>
              <a:t>Predictive alerts</a:t>
            </a:r>
            <a:r>
              <a:rPr lang="en-US" sz="7200" dirty="0"/>
              <a:t> for low recycling rates</a:t>
            </a:r>
          </a:p>
          <a:p>
            <a:r>
              <a:rPr lang="en-US" sz="7200" dirty="0"/>
              <a:t>BI enables mining companies to:</a:t>
            </a:r>
          </a:p>
          <a:p>
            <a:r>
              <a:rPr lang="en-US" sz="7200" dirty="0"/>
              <a:t>Improve environmental sustainability</a:t>
            </a:r>
          </a:p>
          <a:p>
            <a:r>
              <a:rPr lang="en-US" sz="7200" dirty="0"/>
              <a:t>Reduce operational waste</a:t>
            </a:r>
          </a:p>
          <a:p>
            <a:r>
              <a:rPr lang="en-US" sz="7200" dirty="0"/>
              <a:t>Meet government standards</a:t>
            </a:r>
          </a:p>
          <a:p>
            <a:r>
              <a:rPr lang="en-US" sz="7200" dirty="0"/>
              <a:t>Improve safety and reduce costs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8412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78</TotalTime>
  <Words>369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Aharoni</vt:lpstr>
      <vt:lpstr>Algerian</vt:lpstr>
      <vt:lpstr>Arial</vt:lpstr>
      <vt:lpstr>Tw Cen MT</vt:lpstr>
      <vt:lpstr>Circuit</vt:lpstr>
      <vt:lpstr>PL/SQL Oracle Database Capstone Project. </vt:lpstr>
      <vt:lpstr> PROJECT:Mine Waste Management and Recycling Tracker </vt:lpstr>
      <vt:lpstr> 2. Context &amp; 3. Target Users </vt:lpstr>
      <vt:lpstr>4. Project Goals </vt:lpstr>
      <vt:lpstr>5. Business Intelligence (BI) Potential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anithamushimiyimana61@gmail.com</dc:creator>
  <cp:lastModifiedBy>anithamushimiyimana61@gmail.com</cp:lastModifiedBy>
  <cp:revision>3</cp:revision>
  <dcterms:created xsi:type="dcterms:W3CDTF">2025-11-16T20:20:49Z</dcterms:created>
  <dcterms:modified xsi:type="dcterms:W3CDTF">2025-11-17T08:39:23Z</dcterms:modified>
</cp:coreProperties>
</file>